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05b1ddd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05b1ddd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05b1dd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e05b1dd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e05b1ddd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e05b1ddd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05b1ddd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e05b1ddd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05b1ddd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e05b1ddd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e05b1ddd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e05b1ddd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e05b1ddd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e05b1ddd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Распределённая крипто биржа для учебных токенов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Гаврилов Н.С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Решает проблемы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Отсуствутсвия криптовалютной биржи дома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 технологий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Языки программирования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Язык	Версия	Использование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Python	3.11+	Все микросервисы (API Gateway, Wallet, Matching Engine)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JavaScript	ES6+	Фронтенд 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Библиотека	Версия	Назначение	Где используется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FastAPI	0.100+	Веб-фреймворк для API	API Gateway, Wallet, Matching Engine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Uvicorn	0.23+	ASGI-сервер	Запуск всех FastAPI-приложений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SQLAlchemy	2.0+	ORM для работы с БД	Wallet (журнал), API Gateway (пользователи)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asyncpg	0.29+	Драйвер PostgreSQL	API Gateway (аутентификация)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aiosqlite	0.19+	Драйвер SQLite (async)	Wallet (журнал)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NATS-py	2.5+	Клиент для NATS	Все сервисы (межсервисное взаимодействие)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Pydantic	2.0+	Валидация данных	Все схемы (shared/schemas.py)</a:t>
            </a:r>
            <a:endParaRPr sz="14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httpx	0.25+	HTTP-клиент (async)	API Gateway → Wallet (балансы, статус)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ERD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3975"/>
            <a:ext cx="5710399" cy="31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47" y="1085850"/>
            <a:ext cx="29382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500" y="1445315"/>
            <a:ext cx="4340499" cy="22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185" y="0"/>
            <a:ext cx="231558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985" y="0"/>
            <a:ext cx="231558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Ссылка на github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https://github.com/SatoNistOne/crypt_learn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00300" y="191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Спасибо за внимание</a:t>
            </a:r>
            <a:endParaRPr b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